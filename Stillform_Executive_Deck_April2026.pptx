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Stillform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precision composure system</a:t>
            </a:r>
          </a:p>
          <a:p>
            <a:r>
              <a:t>Executive Overview –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Stillform is a neuroscience-guided composure system for everyday high-stakes behavior.</a:t>
            </a:r>
          </a:p>
          <a:p>
            <a:pPr/>
            <a:r>
              <a:t>Not meditation, not therapy, not crisis – a preventive regulation and decision system.</a:t>
            </a:r>
          </a:p>
          <a:p>
            <a:pPr/>
            <a:r>
              <a:t>Core loop: detect state early -&gt; regulate fast -&gt; act deliberately -&gt; learn over time.</a:t>
            </a:r>
          </a:p>
          <a:p>
            <a:pPr/>
            <a:r>
              <a:t>Business model: single paid tier - $14.99/mo or $9.99/mo annual (14-day trial).</a:t>
            </a:r>
          </a:p>
          <a:p>
            <a:pPr/>
            <a:r>
              <a:t>Target: ~1,500 subscribers -&gt; ~$20K MRR with 95%+ gross margin.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State Distortion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People don't fail from lack of intelligence - they fail from distorted state.</a:t>
            </a:r>
          </a:p>
          <a:p>
            <a:pPr/>
            <a:r>
              <a:t>Misreads, impulsive reactions, overcommitment, shutdown, emotional misattribution.</a:t>
            </a:r>
          </a:p>
          <a:p>
            <a:pPr/>
            <a:r>
              <a:t>Existing tools: meditation apps, CBT apps, generic AI chat - slow, content-heavy, or context-blind.</a:t>
            </a:r>
          </a:p>
          <a:p>
            <a:pPr/>
            <a:r>
              <a:t>No product treats composure as an operational requirement, not a wellness nice-to-have.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Stillform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precision composure system that pairs body-first and thought-first regulation.</a:t>
            </a:r>
          </a:p>
          <a:p>
            <a:pPr/>
            <a:r>
              <a:t>Detects state, routes to the right tool (breath, body scan, AI reframe).</a:t>
            </a:r>
          </a:p>
          <a:p>
            <a:pPr/>
            <a:r>
              <a:t>Anchored in validated mechanisms: affect labeling, reappraisal, interoception, autonomic regulation.</a:t>
            </a:r>
          </a:p>
          <a:p>
            <a:pPr/>
            <a:r>
              <a:t>Designed for operators: dashboard, not a hug.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Breathe &amp; Ground - fast autonomic reset with visual pacing and (planned) haptics.</a:t>
            </a:r>
          </a:p>
          <a:p>
            <a:pPr/>
            <a:r>
              <a:t>Body Scan - six-point acupressure sequence with completion signal.</a:t>
            </a:r>
          </a:p>
          <a:p>
            <a:pPr/>
            <a:r>
              <a:t>Reframe (AI) - three modes: Talk it through, Break the loop, Get ready.</a:t>
            </a:r>
          </a:p>
          <a:p>
            <a:pPr/>
            <a:r>
              <a:t>Pulse / Signal Log - emotion chips, patterns, and composure telemetry over time.</a:t>
            </a:r>
          </a:p>
          <a:p>
            <a:pPr/>
            <a:r>
              <a:t>Daily loop: morning baseline -&gt; intervention -&gt; post-shift rating -&gt; evening close.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Regulation Pathways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Top-Down (Thought-First)</a:t>
            </a:r>
          </a:p>
          <a:p>
            <a:pPr lvl="1"/>
            <a:r>
              <a:t>Spiraling, replaying, overanalysis.</a:t>
            </a:r>
          </a:p>
          <a:p>
            <a:pPr lvl="1"/>
            <a:r>
              <a:t>Primary tool: AI Reframe (cognitive reappraisal).</a:t>
            </a:r>
          </a:p>
          <a:p>
            <a:pPr lvl="1"/>
            <a:r>
              <a:t>Best when the problem starts in narrative and interpretation.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Bottom-Up (Body-First)</a:t>
            </a:r>
          </a:p>
          <a:p>
            <a:pPr lvl="1"/>
            <a:r>
              <a:t>Jaw, chest, fists, global tension.</a:t>
            </a:r>
          </a:p>
          <a:p>
            <a:pPr lvl="1"/>
            <a:r>
              <a:t>Primary tools: Breathe &amp; Ground, Body Scan.</a:t>
            </a:r>
          </a:p>
          <a:p>
            <a:pPr lvl="1"/>
            <a:r>
              <a:t>Best when the problem starts in physiology and arousal.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200M+ adults experiencing chronic stress, overload, or emotional reactivity.</a:t>
            </a:r>
          </a:p>
          <a:p>
            <a:pPr/>
            <a:r>
              <a:t>30M+ neurodivergent adults; 50M+ high-stakes professionals.</a:t>
            </a:r>
          </a:p>
          <a:p>
            <a:pPr/>
            <a:r>
              <a:t>100M+ wellness app users underserved by meditation-only tools.</a:t>
            </a:r>
          </a:p>
          <a:p>
            <a:pPr/>
            <a:r>
              <a:t>No clear category leader in 'executive composure' as an operational layer.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Category: Executive Composure - not mental health, not generic wellness.</a:t>
            </a:r>
          </a:p>
          <a:p>
            <a:pPr/>
            <a:r>
              <a:t>Trainer, not crutch: builds signal awareness and self-regulation skill over time.</a:t>
            </a:r>
          </a:p>
          <a:p>
            <a:pPr/>
            <a:r>
              <a:t>Framed as competitive advantage: better decisions, fewer avoidable collisions.</a:t>
            </a:r>
          </a:p>
          <a:p>
            <a:pPr/>
            <a:r>
              <a:t>Target: professionals, parents, creatives, athletes, neurodivergent operators.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 tier: $14.99/mo or $9.99/mo annual (14-day free trial).</a:t>
            </a:r>
          </a:p>
          <a:p>
            <a:pPr/>
            <a:r>
              <a:t>No add-ons, no upsell tree - simple subscription with AI included.</a:t>
            </a:r>
          </a:p>
          <a:p>
            <a:pPr/>
            <a:r>
              <a:t>Infra: GPT-4 class model via serverless, Netlify, Supabase for sync.</a:t>
            </a:r>
          </a:p>
          <a:p>
            <a:pPr/>
            <a:r>
              <a:t>Gross margin: 95%+ at target scale (~1,500 subscribers).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Go-To-Market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Reddit, Product Hunt, small tester cohort, first testimonials.</a:t>
            </a:r>
          </a:p>
          <a:p>
            <a:pPr/>
            <a:r>
              <a:t>Phase 2: retention - daily loop refinement, shareable composure artifacts, pattern insights.</a:t>
            </a:r>
          </a:p>
          <a:p>
            <a:pPr/>
            <a:r>
              <a:t>Phase 3: therapist and executive coach channels, clinical-adjacent referrals.</a:t>
            </a:r>
          </a:p>
          <a:p>
            <a:pPr/>
            <a:r>
              <a:t>Phase 4: integrations - calendar, health data, Apple Watch, B2B clinical licensing.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Build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Full web app live in UAT mode (stillformapp.com).</a:t>
            </a:r>
          </a:p>
          <a:p>
            <a:pPr/>
            <a:r>
              <a:t>Core tools implemented: Breathe, Body Scan, Reframe, Signal Log.</a:t>
            </a:r>
          </a:p>
          <a:p>
            <a:pPr/>
            <a:r>
              <a:t>AI engine refactored and stress-tested across multiple scenarios.</a:t>
            </a:r>
          </a:p>
          <a:p>
            <a:pPr/>
            <a:r>
              <a:t>Cloud sync, paywall wiring, Android widget, share extension, watch haptics (planned/partial).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Moat &amp; Differentiation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Two-pathway regulation (body-first + thought-first) baked into flow.</a:t>
            </a:r>
          </a:p>
          <a:p>
            <a:pPr/>
            <a:r>
              <a:t>Bio-filter and composure telemetry - pattern-level insight, not just moments.</a:t>
            </a:r>
          </a:p>
          <a:p>
            <a:pPr/>
            <a:r>
              <a:t>Memory architecture and continuity - AI that knows your context over time.</a:t>
            </a:r>
          </a:p>
          <a:p>
            <a:pPr/>
            <a:r>
              <a:t>Operator framing: dashboard, not content library; composure as infrastructure.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(Next 12 Months)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Launch paid web + Android; TestFlight for iOS.</a:t>
            </a:r>
          </a:p>
          <a:p>
            <a:pPr/>
            <a:r>
              <a:t>Refine daily loop and pattern surfacing for retention.</a:t>
            </a:r>
          </a:p>
          <a:p>
            <a:pPr/>
            <a:r>
              <a:t>Voice companion for in-the-moment regulation.</a:t>
            </a:r>
          </a:p>
          <a:p>
            <a:pPr/>
            <a:r>
              <a:t>Calendar and health integrations; Apple Watch companion.</a:t>
            </a:r>
          </a:p>
          <a:p>
            <a:pPr/>
            <a:r>
              <a:t>Clinical and coach channel partnerships.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Targets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~$20K MRR within 12-18 months.</a:t>
            </a:r>
          </a:p>
          <a:p>
            <a:pPr/>
            <a:r>
              <a:t>Blend of monthly and annual subscribers (~1,500 users).</a:t>
            </a:r>
          </a:p>
          <a:p>
            <a:pPr/>
            <a:r>
              <a:t>Lean infra: serverless + usage-based AI costs.</a:t>
            </a:r>
          </a:p>
          <a:p>
            <a:pPr/>
            <a:r>
              <a:t>High-margin, low-fixed-cost software business.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Composure as a universal operating requirement, not a niche wellness practice.</a:t>
            </a:r>
          </a:p>
          <a:p>
            <a:pPr/>
            <a:r>
              <a:t>A system that reduces avoidable damage in work, relationships, and self-trust.</a:t>
            </a:r>
          </a:p>
          <a:p>
            <a:pPr/>
            <a:r>
              <a:t>A daily loop that builds clarity, courage, and consistency over years.</a:t>
            </a:r>
          </a:p>
          <a:p>
            <a:pPr/>
            <a:r>
              <a:t>Stillform as the composure layer under how people show up when it matters.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