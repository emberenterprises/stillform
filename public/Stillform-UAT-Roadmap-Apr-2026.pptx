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C9933A"/>
                </a:solidFill>
              </a:rPr>
              <a:t>Stillform UAT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5A5E66"/>
                </a:solidFill>
              </a:rPr>
              <a:t>Early Access update deck · Apr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C9933A"/>
                </a:solidFill>
              </a:rPr>
              <a:t>What shipped in this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Outcome Engine on Home: choose your focus first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Scenario Protocols: one-tap guided route by context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State-to-Statement: convert session clarity into external communication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Proof of change panel: objective progress metrics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Paywall copy update: Sign in / Sign up to subscribe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C9933A"/>
                </a:solidFill>
              </a:rPr>
              <a:t>Outcome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Recover composure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Stay sharp under pressure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Keep momentum without overcommitting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Selected focus drives recommended protocol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C9933A"/>
                </a:solidFill>
              </a:rPr>
              <a:t>Scenario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Hard conversation prep -&gt; Reframe (clarity)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Physiological spike -&gt; Breathe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After conflict reset -&gt; Body Scan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Winning but unfocused -&gt; Reframe (hype)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C9933A"/>
                </a:solidFill>
              </a:rPr>
              <a:t>State-to-Statement (v1)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Appears after post-session rating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Optional bridge from internal clarity to clear external communication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Tone chips + audience + message + ask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Anchor preview is copyable (guidance, not script)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C9933A"/>
                </a:solidFill>
              </a:rPr>
              <a:t>Proof of change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Sessions logged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Active days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Protocol runs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Rated sessions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Average composure gain per rated session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>
                <a:solidFill>
                  <a:srgbClr val="C9933A"/>
                </a:solidFill>
              </a:rPr>
              <a:t>Next UAT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Shareable Composure Card (v1)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Reframe dead-code cleanup for reliability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Targeted smoke tests on critical daily flows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21316"/>
                </a:solidFill>
              </a:rPr>
              <a:t>Trust and language consistency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