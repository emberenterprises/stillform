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Stillform Strategic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Preventive risk management for human behavior · science-first operating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Category: Preventive risk management for emotional maturity and behavioral decision quality.</a:t>
            </a:r>
          </a:p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Audience: Everyone who needs better regulation under load — work, family, health, relationships.</a:t>
            </a:r>
          </a:p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Standard: Every claim must map to mechanism, evidence, and measurable product signal.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Operating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Who · What · How · Why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728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572000"/>
                <a:gridCol w="5120640"/>
              </a:tblGrid>
              <a:tr h="8595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Dimension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Definition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Why it matters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Who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For everyone building composure as a trainable daily skill.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Universal need, not niche framing.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What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A neuroscience-guided preventive risk management system for behavior.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Reduces avoidable human damage before it compounds.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How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Detect state -&gt; route intervention -&gt; transfer to action -&gt; close loop -&gt; learn patterns.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Mechanism-driven, not content-driven.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Why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Unregulated state degrades judgment, communication, and relationships.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Lower errors, cleaner decisions, better outcomes.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Mechanics + neuroscience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Science -&gt; product implementation -&gt; measured signal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834640"/>
                <a:gridCol w="3200400"/>
                <a:gridCol w="3429000"/>
              </a:tblGrid>
              <a:tr h="762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Mechanic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Scientific basis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Product implementation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Measured signal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Affect labeling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Lieberman et al. (2007)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Pulse chips + post-session labeling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State precision + shift trends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Cognitive reappraisal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Ochsner &amp; Gross; Buhle et al.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Reframe structured perspective work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Interoceptive regulation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Mehling; Critchley &amp; Garfinkel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Bio-filter + body scan + somatic prompts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Faster recovery windows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Implementation intentions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Gollwitzer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Calibration -&gt; default routing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Action latency reduction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Stress inoculation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Meichenbaum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Morning baseline + EOD close loop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Loop adherence over time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Core loop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Preventive architecture, not reactive patching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How the system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1) Morning baseline: energy + hardware check (bio-filter).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2) State routing: body-first, thought-first, or balanced intervention order.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3) In-session work: paced regulation + cognitive reframing + affect labeling.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4) Transfer: state-to-statement and practical next-action bridge.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5) End-of-day closure: daily loop completion and pattern continuity.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6) Longitudinal learning: pattern memory + proof of change surfaces.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Evidence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What must be true to claim impact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74519"/>
          <a:ext cx="10789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  <a:gridCol w="5303520"/>
              </a:tblGrid>
              <a:tr h="716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Layer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Metric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Interpretation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Session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Immediate regulation effectiveness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Daily loop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Morning/EOD completion + drop-off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Behavioral consistency quality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Intervention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Nudge shown/actioned/recovery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Preventive support conversion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Longitudinal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Trend in awareness latency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Maturity and self-regulation speed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Trust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Restore reliability + entitlement truth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Operational integrity under production load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Integrity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How quality and trust are enforced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881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SHIP preflight gates: build integrity + claim integrity + audience integrity.</a:t>
            </a:r>
          </a:p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Invariant lock: universal audience framing, no niche drift, no manipulative copy.</a:t>
            </a:r>
          </a:p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Execution quality gate: coherent pass, post-change verification, release blocking on failure.</a:t>
            </a:r>
          </a:p>
          <a:p>
            <a:pPr>
              <a:spcAft>
                <a:spcPts val="1000"/>
              </a:spcAft>
              <a:defRPr sz="1800">
                <a:solidFill>
                  <a:srgbClr val="E9E9EA"/>
                </a:solidFill>
                <a:latin typeface="DM Sans"/>
              </a:defRPr>
            </a:pPr>
            <a:r>
              <a:t>Subscription truth, cloud restore, and diagnostics are treated as trust-critical infrastructure.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Business model and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Operator-grade business plan snapshot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5029200"/>
              </a:tblGrid>
              <a:tr h="8961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Component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Current position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Why this is defensible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Revenue model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Single tier subscription ($14.99 / $9.99 annualized)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Low decision friction + trust alignment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Category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Preventive risk management for behavior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Differentiated from generic wellness consumption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Distribution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High-trust channels: coaches, therapist-adjacent, communities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Trust transfer beats cold top-of-funnel spend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Retention thesis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Daily loop utility + measured progress + continuity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Habit + proof + context memory creates stickiness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Execution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Completed + tested vs next gated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881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Completed + tested: subscription truth plumbing, cloud restore controls, loop telemetry, intervention nudges, adaptive sensitivity.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Deck integrity uplift: business plan + integrity evidence + science-first mechanics register.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Next gated phases: live-mode billing truth, native launch QA matrix, integration provider hookups with consent/revoke controls.</a:t>
            </a:r>
          </a:p>
          <a:p>
            <a:pPr>
              <a:spcAft>
                <a:spcPts val="1000"/>
              </a:spcAft>
              <a:defRPr sz="1700">
                <a:solidFill>
                  <a:srgbClr val="E9E9EA"/>
                </a:solidFill>
                <a:latin typeface="DM Sans"/>
              </a:defRPr>
            </a:pPr>
            <a:r>
              <a:t>Readiness standard: no phase advances without objective gate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Risk register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Known risks and active mitigations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920240"/>
          <a:ext cx="10241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6858000"/>
              </a:tblGrid>
              <a:tr h="8412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Risk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Mitigation</a:t>
                      </a:r>
                    </a:p>
                  </a:txBody>
                  <a:tcPr>
                    <a:solidFill>
                      <a:srgbClr val="17191D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Claim drift or overstatement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Mechanism-first language and SHIP claim checks before release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Feature sprawl / UX noise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Ecosystem-first policy: strengthen loop before adding branches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Reliability regressions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Build + preflight gates + diagnostics for trust-critical surfaces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Retention decay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9E9EA"/>
                          </a:solidFill>
                          <a:latin typeface="DM Sans"/>
                        </a:rPr>
                        <a:t>Daily loop reinforcement + intervention recovery measurement</a:t>
                      </a:r>
                    </a:p>
                  </a:txBody>
                  <a:tcPr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72800" cy="9144"/>
          </a:xfrm>
          <a:prstGeom prst="rect">
            <a:avLst/>
          </a:prstGeom>
          <a:solidFill>
            <a:srgbClr val="323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>
                <a:solidFill>
                  <a:srgbClr val="C9933A"/>
                </a:solidFill>
                <a:latin typeface="Cormorant Garamond"/>
              </a:rPr>
              <a:t>Stillform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0A2A8"/>
                </a:solidFill>
                <a:latin typeface="DM Sans"/>
              </a:rPr>
              <a:t>Preventive risk management for human behavior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>
                <a:solidFill>
                  <a:srgbClr val="E9E9EA"/>
                </a:solidFill>
                <a:latin typeface="DM Sans"/>
              </a:rPr>
              <a:t>Mission: reduce avoidable human damage by making composure trainable, measurable, and transferable.
Standard: honor, honesty, and integrity in product behavior, language, and release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893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9933A"/>
                </a:solidFill>
                <a:latin typeface="IBM Plex Mono"/>
              </a:rPr>
              <a:t>stillformapp.com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