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0">
                <a:solidFill>
                  <a:srgbClr val="C9933A"/>
                </a:solidFill>
                <a:latin typeface="Cormorant Garamond"/>
              </a:rPr>
              <a:t>Stillform UAT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0A2A8"/>
                </a:solidFill>
                <a:latin typeface="DM Sans"/>
              </a:rPr>
              <a:t>Template v2 • Apr 10,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0">
                <a:solidFill>
                  <a:srgbClr val="C9933A"/>
                </a:solidFill>
                <a:latin typeface="Cormorant Garamond"/>
              </a:rPr>
              <a:t>Section 1 — New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2743200" cy="4572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0">
                <a:solidFill>
                  <a:srgbClr val="C9933A"/>
                </a:solidFill>
                <a:latin typeface="Cormorant Garamond"/>
              </a:rPr>
              <a:t>Drop in current shipped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0" cy="3931920"/>
          </a:xfrm>
          <a:prstGeom prst="roundRect">
            <a:avLst/>
          </a:prstGeom>
          <a:solidFill>
            <a:srgbClr val="1A1C20"/>
          </a:solidFill>
          <a:ln>
            <a:solidFill>
              <a:srgbClr val="3C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326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Feature name + user value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Behavior change impact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Any important caveat for UAT testers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0">
                <a:solidFill>
                  <a:srgbClr val="C9933A"/>
                </a:solidFill>
                <a:latin typeface="Cormorant Garamond"/>
              </a:rPr>
              <a:t>Section 2 — Already shipped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2743200" cy="4572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0">
                <a:solidFill>
                  <a:srgbClr val="C9933A"/>
                </a:solidFill>
                <a:latin typeface="Cormorant Garamond"/>
              </a:rPr>
              <a:t>Stable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0" cy="3931920"/>
          </a:xfrm>
          <a:prstGeom prst="roundRect">
            <a:avLst/>
          </a:prstGeom>
          <a:solidFill>
            <a:srgbClr val="1A1C20"/>
          </a:solidFill>
          <a:ln>
            <a:solidFill>
              <a:srgbClr val="3C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326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Core workflow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Reliability fixes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Known good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0">
                <a:solidFill>
                  <a:srgbClr val="C9933A"/>
                </a:solidFill>
                <a:latin typeface="Cormorant Garamond"/>
              </a:rPr>
              <a:t>Section 3 — Coming soon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2743200" cy="45720"/>
          </a:xfrm>
          <a:prstGeom prst="rect">
            <a:avLst/>
          </a:prstGeom>
          <a:solidFill>
            <a:srgbClr val="C9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0">
                <a:solidFill>
                  <a:srgbClr val="C9933A"/>
                </a:solidFill>
                <a:latin typeface="Cormorant Garamond"/>
              </a:rPr>
              <a:t>Near-term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0" cy="3931920"/>
          </a:xfrm>
          <a:prstGeom prst="roundRect">
            <a:avLst/>
          </a:prstGeom>
          <a:solidFill>
            <a:srgbClr val="1A1C20"/>
          </a:solidFill>
          <a:ln>
            <a:solidFill>
              <a:srgbClr val="3C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326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Planned item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Reason it matters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Expected user-visible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3840480" cy="320040"/>
          </a:xfrm>
          <a:prstGeom prst="rect">
            <a:avLst/>
          </a:prstGeom>
          <a:solidFill>
            <a:srgbClr val="1A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9933A"/>
                </a:solidFill>
                <a:latin typeface="IBM Plex Mono"/>
              </a:rPr>
              <a:t>STILLFORM •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0">
                <a:solidFill>
                  <a:srgbClr val="C9933A"/>
                </a:solidFill>
                <a:latin typeface="Cormorant Garamond"/>
              </a:rPr>
              <a:t>Slide notes (how to use this template)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058400" cy="3931920"/>
          </a:xfrm>
          <a:prstGeom prst="roundRect">
            <a:avLst/>
          </a:prstGeom>
          <a:solidFill>
            <a:srgbClr val="1A1C20"/>
          </a:solidFill>
          <a:ln>
            <a:solidFill>
              <a:srgbClr val="3C4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326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Keep copy operator-style and factual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Never overclaim; match live behavior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Update date on cover each release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BEBEB"/>
                </a:solidFill>
                <a:latin typeface="DM Sans"/>
              </a:rPr>
              <a:t>• Export as PDF for easy tester broadcast if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2A8"/>
                </a:solidFill>
                <a:latin typeface="IBM Plex Mono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